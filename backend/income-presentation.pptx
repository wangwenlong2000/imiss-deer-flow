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2026 年上半年收入趋势分析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60">
                <a:solidFill>
                  <a:srgbClr val="C8C8C8"/>
                </a:solidFill>
              </a:defRPr>
            </a:pPr>
            <a:r>
              <a:t>1-6 月收入数据可视化报告</a:t>
            </a:r>
          </a:p>
        </p:txBody>
      </p:sp>
      <p:pic>
        <p:nvPicPr>
          <p:cNvPr id="4" name="Picture 3" descr="income-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60320"/>
            <a:ext cx="9448495" cy="6298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40" b="1">
                <a:solidFill>
                  <a:srgbClr val="FFFFFF"/>
                </a:solidFill>
              </a:defRPr>
            </a:pPr>
            <a:r>
              <a:t>关键数据洞察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>
                <a:solidFill>
                  <a:srgbClr val="FFFFFF"/>
                </a:solidFill>
              </a:defRPr>
            </a:pPr>
            <a:r>
              <a:t>📊 1-2 月：稳定收入 3000 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>
                <a:solidFill>
                  <a:srgbClr val="FFFFFF"/>
                </a:solidFill>
              </a:defRPr>
            </a:pPr>
            <a:r>
              <a:t>📉 3-4 月：收入下降至最低点 354 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>
                <a:solidFill>
                  <a:srgbClr val="FFFFFF"/>
                </a:solidFill>
              </a:defRPr>
            </a:pPr>
            <a:r>
              <a:t>📈 5-6 月：强劲反弹至 5643 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>
                <a:solidFill>
                  <a:srgbClr val="FFFFFF"/>
                </a:solidFill>
              </a:defRPr>
            </a:pPr>
            <a:r>
              <a:t>💡 总结：V 型复苏趋势明显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16">
                <a:solidFill>
                  <a:srgbClr val="FFFFFF"/>
                </a:solidFill>
              </a:defRPr>
            </a:pPr>
            <a:r>
              <a:t>💰 6 月收入达到上半年峰值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